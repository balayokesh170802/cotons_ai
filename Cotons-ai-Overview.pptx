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Cotons ai is a lead-management CRM for selling medical devices to hospitals and clinics. 38 screens across 6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thirds of the screens are not in the menu — they open by clicking a row or a button inside another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side-branches: Active Leads for warm prospects, Cold Leads for stalled ones. Cold is not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Leads is the only one of these four with a submenu.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 is three levels deep: Inventory &gt; Inward/Outward &gt; the individual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useful thing to know when navigating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status is the main caveat — the screens are complete but nothing persists.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822960"/>
            <a:ext cx="2377440" cy="2377440"/>
          </a:xfrm>
          <a:prstGeom prst="ellipse">
            <a:avLst/>
          </a:prstGeom>
          <a:solidFill>
            <a:srgbClr val="0A6E7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834640"/>
            <a:ext cx="1371600" cy="13716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3291840"/>
            <a:ext cx="822960" cy="822960"/>
          </a:xfrm>
          <a:prstGeom prst="ellipse">
            <a:avLst/>
          </a:prstGeom>
          <a:solidFill>
            <a:srgbClr val="E07A3F">
              <a:alpha val="5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COTONS AI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&amp; Menu Overview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is organised, and where to find each screen.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559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5029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5559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5029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5559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menu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5029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559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4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Cotons ai helps a sales team sell medical devices to hospitals and clinics.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4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follows a hospital from the first phone call, through a demonstration and a free trial, to a paid subscription — then keeps track of the support tickets and the physical devices afterwards.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4343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prototype today — the screens are complete, but there is no database behind them yet.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146304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2468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forms, activity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 and tickets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281160" y="146304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2468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Active, Cold,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Subscription, Support, Inventory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352044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menu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4526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open from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another screen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81160" y="352044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976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4526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through to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subscription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a hospital takes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moves forward one step at a time. You move it by clicking a button on its row.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304288"/>
            <a:ext cx="10424160" cy="18288"/>
          </a:xfrm>
          <a:prstGeom prst="rect">
            <a:avLst/>
          </a:prstGeom>
          <a:solidFill>
            <a:srgbClr val="D9E4E2"/>
          </a:solidFill>
          <a:ln/>
        </p:spPr>
      </p:sp>
      <p:sp>
        <p:nvSpPr>
          <p:cNvPr id="5" name="Shape 3"/>
          <p:cNvSpPr/>
          <p:nvPr/>
        </p:nvSpPr>
        <p:spPr>
          <a:xfrm>
            <a:off x="1344168" y="2057400"/>
            <a:ext cx="512064" cy="512064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416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Lead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captured: name,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pincode, phone.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84448" y="2057400"/>
            <a:ext cx="512064" cy="512064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444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 visits, sizes the clinic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fills in a questionnaire.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24728" y="2057400"/>
            <a:ext cx="512064" cy="512064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2472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is shown to the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 can approve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2057400"/>
            <a:ext cx="512064" cy="512064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6500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handed over for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 14 or 21 days.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305288" y="2057400"/>
            <a:ext cx="512064" cy="51206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0528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checked, assigned,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monthly or quarterly.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4348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but not ready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937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sideways into Active Leads, where the team keeps negotiating.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4348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1772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quiet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4937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into Cold Leads — not the end, they can still be signed up later.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44348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they are a customer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937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handles their problems; Inventory tracks the devices.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menu — the four sales sections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items down the left. Leads opens up; the other three go straight to a list.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37944"/>
            <a:ext cx="292608" cy="292608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steps at the start of the journey.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5856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— hospitals you have just heard about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— hospitals a rep has been to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hospitals that have seen the device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— hospitals currently trying it out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986784"/>
            <a:ext cx="292608" cy="292608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Leads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931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hospitals you are still negotiating with.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946904"/>
            <a:ext cx="292608" cy="292608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17320" y="4892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Leads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892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that went quiet, parked for later.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669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5907024"/>
            <a:ext cx="292608" cy="292608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17320" y="5852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58521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paying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menu — Support &amp; Inventory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open up. Inventory opens twice — it has folders inside folders.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47088"/>
            <a:ext cx="292608" cy="292608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7922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reported by customers.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420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— something wrong with the hardware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— something wrong with the app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847088"/>
            <a:ext cx="292608" cy="29260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86600" y="17922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physical device is.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606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Inward  —  devices coming in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8803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Devices — coming back from a hospital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— brand new from the factory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 — being repaired and cleaned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9044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Outward  —  devices going out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417880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— out on a free trial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— out with a paying customer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— retired for good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51572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 —  the full list of every device and where it 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0416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to remember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the only section where every screen is in the menu.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5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splits by what broke — the hardware, or the app itself.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5577840"/>
            <a:ext cx="2377440" cy="2377440"/>
          </a:xfrm>
          <a:prstGeom prst="ellipse">
            <a:avLst/>
          </a:prstGeom>
          <a:solidFill>
            <a:srgbClr val="0A6E7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00200" y="6172200"/>
            <a:ext cx="777240" cy="777240"/>
          </a:xfrm>
          <a:prstGeom prst="ellipse">
            <a:avLst/>
          </a:prstGeom>
          <a:solidFill>
            <a:srgbClr val="E07A3F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38 screens are in the menu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25 open from inside another screen — by clicking a hospital's name, or one of the small arrow buttons on the right of each row.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find a screen in the menu, that is why.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6916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1443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1856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hospital's name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167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its activity history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9260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144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89520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arrow button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it to the next stage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16052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1443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0" y="4325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+ button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636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new record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965960"/>
            <a:ext cx="384048" cy="384048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568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saved yet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4688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design prototype. Every hospital, device and ticket you see is written into the page by hand — there is no database behind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965960"/>
            <a:ext cx="384048" cy="384048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9568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screen shapes repeat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4688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activity history, form, device inspection and support ticket. Once you recognise them, the rest of the app is predictable.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160520"/>
            <a:ext cx="384048" cy="384048"/>
          </a:xfrm>
          <a:prstGeom prst="ellipse">
            <a:avLst/>
          </a:prstGeom>
          <a:solidFill>
            <a:srgbClr val="0A6E7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513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colours mean the same everywhere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6634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Lead, Appointment, Contacted, Attempt to Contact and Follow up carry the same meaning in every module.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8862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160520"/>
            <a:ext cx="384048" cy="38404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1513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words to fix before launch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6634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screens say “Exciting Device” where they mean “Existing Device”, and the billing choice reads “Quartley”.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Cotons ai — Screen &amp; Menu Overview</dc:title>
  <dc:subject>PptxGenJS Presentation</dc:subject>
  <dc:creator>Cotons ai</dc:creator>
  <cp:lastModifiedBy>Cotons ai</cp:lastModifiedBy>
  <cp:revision>1</cp:revision>
  <dcterms:created xsi:type="dcterms:W3CDTF">2026-09-09T03:20:31Z</dcterms:created>
  <dcterms:modified xsi:type="dcterms:W3CDTF">2026-09-09T03:20:31Z</dcterms:modified>
</cp:coreProperties>
</file>